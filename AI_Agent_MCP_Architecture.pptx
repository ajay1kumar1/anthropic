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Bedrock Agent MCP — High-Level 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77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0CAF9"/>
                </a:solidFill>
              </a:defRPr>
            </a:pPr>
            <a:r>
              <a:t>End-to-End Workflow (Steps 1-9)  ·  AWS Orchestration Layer  ·  MCP Tool Registry  ·  Data &amp; Cross-Cutting Concerns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188720"/>
            <a:ext cx="39620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-Agent-MCP-HLD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371600"/>
            <a:ext cx="713232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78"/>
                </a:solidFill>
              </a:defRPr>
            </a:pPr>
            <a:r>
              <a:t>Amazon CloudFront  ·  AWS Lambda  ·  Amazon Bedrock Agent  ·  MCP 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